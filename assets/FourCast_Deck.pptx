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</a:t>
            </a:r>
            <a:pPr indent="0" marL="0">
              <a:buNone/>
            </a:pPr>
            <a:r>
              <a:rPr lang="en-US" sz="76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868680" y="26974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voices for every video — grounded captions in four tones, self-judged before you ever see them.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8680" y="3794760"/>
            <a:ext cx="2487168" cy="1170432"/>
          </a:xfrm>
          <a:prstGeom prst="roundRect">
            <a:avLst>
              <a:gd name="adj" fmla="val 7031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33272" y="4315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objective, factual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93592" y="3794760"/>
            <a:ext cx="2487168" cy="1170432"/>
          </a:xfrm>
          <a:prstGeom prst="roundRect">
            <a:avLst>
              <a:gd name="adj" fmla="val 7031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58184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SARCASTIC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58184" y="4315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dry, deadpan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18504" y="3794760"/>
            <a:ext cx="2487168" cy="1170432"/>
          </a:xfrm>
          <a:prstGeom prst="roundRect">
            <a:avLst>
              <a:gd name="adj" fmla="val 7031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HUMOROUS · TECH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83096" y="4315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jokes that compile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43416" y="3794760"/>
            <a:ext cx="2487168" cy="1170432"/>
          </a:xfrm>
          <a:prstGeom prst="roundRect">
            <a:avLst>
              <a:gd name="adj" fmla="val 7031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8008" y="3950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HUMOROUS · NON-TECH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08008" y="4315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jargon allowed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5623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Hackathon: ACT II  ·  Track 2 — Video Captioning  ·  Team mindflayer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one day on Fireworks AI (AMD-hardware-hosted serverless models)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is a leaderboard, not a demo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490472"/>
            <a:ext cx="457200" cy="45720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7218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hidden clips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30s–2min · nature, urban, animals, people, sports, food, weather, tech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69464"/>
            <a:ext cx="457200" cy="45720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5117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96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tones per clip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620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requested style must land — a missing style scores zero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648456"/>
            <a:ext cx="457200" cy="45720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3016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575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LLM-judge scoring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9410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accuracy (0–1) + style match (0–1), weighted across everything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727448"/>
            <a:ext cx="457200" cy="457200"/>
          </a:xfrm>
          <a:prstGeom prst="ellipse">
            <a:avLst/>
          </a:prstGeom>
          <a:solidFill>
            <a:srgbClr val="FF5C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709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654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harness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50200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/input → /output JSON · 10-minute budget · linux/amd64 · public image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12280" y="1508760"/>
            <a:ext cx="4800600" cy="178308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PIPELINES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2103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 →  one prompt  →  hope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086600" y="2606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facts · tone drift · one crash zeroes the batch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3566160"/>
            <a:ext cx="4800600" cy="1783080"/>
          </a:xfrm>
          <a:prstGeom prst="roundRect">
            <a:avLst>
              <a:gd name="adj" fmla="val 4615"/>
            </a:avLst>
          </a:prstGeom>
          <a:solidFill>
            <a:srgbClr val="141A26"/>
          </a:solidFill>
          <a:ln w="19050">
            <a:solidFill>
              <a:srgbClr val="FF5C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FOURCAST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→ generate → judge → refine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086600" y="4663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first · executable style contracts · every caption pre-scored on the judge's own axes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participant guide, Track 2 — scoring and harness contract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caption factory with quality control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GROUND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89404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 K2.6 (vision)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sampled straight off the URL (ffmpeg remote seek). Strict Scene Report: subjects, actions, on-screen text — only what is visible.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45536" y="2788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56432" y="14630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GENERATE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39312" y="21031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089404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 5.2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39312" y="2606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candidates per style against executable style contracts. humorous_non_tech must survive the regex jargon firewall.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53328" y="2788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64224" y="14630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JUDGE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47104" y="21031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089404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gpt-oss-120b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47104" y="2606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model family scores every candidate on accuracy + style — the leaderboard's own two axes — and picks the winner.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1120" y="2788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272016" y="146304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54896" y="1691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REFINE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54896" y="21031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54896" y="2089404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loop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454896" y="2606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0.85 on either axis, the stylist gets the judge's critique and one rewrite round. Best of pool ships.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193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contract:  </a:t>
            </a:r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/input/tasks.json  →  container (10-min budget)  →  /output/results.json   ·   linux/amd64   ·   credentials ride inside the image (Track 2 injects none)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image, two modes: batch agent (default CMD) or demo UI (uvicorn override)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decisions that move the score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66944" cy="2103120"/>
          </a:xfrm>
          <a:prstGeom prst="roundRect">
            <a:avLst>
              <a:gd name="adj" fmla="val 3913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Scene-report grounding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fact, no joke." The stylist may only use what the vision model verified on screen — hallucination dies before writing starts, and accuracy scores show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73368" y="1417320"/>
            <a:ext cx="5266944" cy="2103120"/>
          </a:xfrm>
          <a:prstGeom prst="roundRect">
            <a:avLst>
              <a:gd name="adj" fmla="val 3913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47688" y="1645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Executable style contracts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47688" y="21031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tone is a contract with rules (formal: no contractions, no jokes; sarcastic: deadpan overstatement of the mundane) — not a vibe adjective in a prompt.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266944" cy="2103120"/>
          </a:xfrm>
          <a:prstGeom prst="roundRect">
            <a:avLst>
              <a:gd name="adj" fmla="val 3913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023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jargon firewall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 word kills a humorous_non_tech candidate before the judge ever sees it (regex + judge double-guard). The trap most teams will fall into, automated away.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73368" y="3794760"/>
            <a:ext cx="5266944" cy="2103120"/>
          </a:xfrm>
          <a:prstGeom prst="roundRect">
            <a:avLst>
              <a:gd name="adj" fmla="val 3913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4023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Judge-before-ship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647688" y="448056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cloned the grader. Every shipped caption already beat two siblings on accuracy + style in front of an in-house LLM judge from a different model family.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choices are probed, not assumed — scripts/model_matrix.py benchmarks JSON reliability + latency per role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survive the grader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361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3957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official example clips, end-to-end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79976" y="13716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08576" y="15361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≈04:00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608576" y="23957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for the 12-clip hidden set (10:00 budget)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11312" y="13716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9912" y="153619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439912" y="23957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ways one bad clip can zero the batch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92424"/>
            <a:ext cx="292608" cy="29260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337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atomic writes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03520" y="335584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results.json is rewritten after every completed clip — a timeout still leaves valid, scoreable output on disk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105656"/>
            <a:ext cx="292608" cy="29260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0507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style coverage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303520" y="40690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style always gets a grounded caption; a deterministic fallback beats a missing key (which scores zero)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818888"/>
            <a:ext cx="292608" cy="29260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76402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ASCII-safe JSON + strict schema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03520" y="478231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grader's parser can never misread the output; schema self-validated before exit 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5532120"/>
            <a:ext cx="292608" cy="29260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547725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Probed fallback chains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03520" y="549554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kimi-k2p5 was found dead (500s) and removed; every role has a tested fallback model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runs the full harness contract offline (SKIP_API mode) on every push before the image reaches GHCR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clips, real scores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example clip: garden kitten · scene facts extracted by Kimi K2.6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033626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7612"/>
            <a:ext cx="203362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fluffy orange kitten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6858" y="1481328"/>
            <a:ext cx="2108606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6858" y="1467612"/>
            <a:ext cx="210860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walks toward the camera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0056" y="1481328"/>
            <a:ext cx="1583741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0056" y="1467612"/>
            <a:ext cx="158374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raised high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8389" y="1481328"/>
            <a:ext cx="2708453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8389" y="1467612"/>
            <a:ext cx="270845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dappled sunlight through leaves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41434" y="1481328"/>
            <a:ext cx="2408530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1434" y="1467612"/>
            <a:ext cx="240853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 path, scattered debris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SARCASTIC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05840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0" y="23637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1.00 / 1.00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276148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fluffy orange kitten emerges from the bushes and walks toward the camera with its tail raised high, because clearly this dirt path with scattered debris is territory worth claiming."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141A26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HUMOROUS · TECH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58400" y="42519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423824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0.95 / 1.00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463600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"Kitten boots from a stationary state, then begins a slow forward deploy toward the camera, tail raised high as a status indicator."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from FourCast's in-house judge (gpt-oss-120b) — the same accuracy + style axes the leaderboard uses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clip in, every voice out.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clip, captioned for LinkedIn, the group chat, tech Twitter, and everyone else — one API call. That is what social teams do by hand, every day, for every post.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477670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963924"/>
            <a:ext cx="147767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7518" y="3977640"/>
            <a:ext cx="1222553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7518" y="3963924"/>
            <a:ext cx="122255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 K2.6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71239" y="3977640"/>
            <a:ext cx="1052474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1239" y="3963924"/>
            <a:ext cx="105247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 5.2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24882" y="3977640"/>
            <a:ext cx="1477670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4882" y="3963924"/>
            <a:ext cx="147767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gpt-oss-120b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3977640"/>
            <a:ext cx="1052474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3963924"/>
            <a:ext cx="105247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7362" y="3977640"/>
            <a:ext cx="2157984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57362" y="3963924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linux/amd64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github.com/ashfaque-rifaye/fourcast</a:t>
            </a:r>
            <a:pPr indent="0" marL="0">
              <a:buNone/>
            </a:pPr>
            <a:r>
              <a:rPr lang="en-US" sz="1500" dirty="0">
                <a:solidFill>
                  <a:srgbClr val="E8E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Team mindflayer     ·     AMD Developer Hackathon: ACT II — Track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5897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FourCast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2026-07-11T07:39:10Z</dcterms:created>
  <dcterms:modified xsi:type="dcterms:W3CDTF">2026-07-11T07:39:10Z</dcterms:modified>
</cp:coreProperties>
</file>